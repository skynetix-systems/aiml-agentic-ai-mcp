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09560" y="0"/>
            <a:ext cx="4279392" cy="6601968"/>
          </a:xfrm>
          <a:prstGeom prst="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41080" y="731520"/>
            <a:ext cx="2057400" cy="2057400"/>
          </a:xfrm>
          <a:prstGeom prst="ellipse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1828800"/>
            <a:ext cx="1600200" cy="1600200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3337560"/>
            <a:ext cx="2011680" cy="2011680"/>
          </a:xfrm>
          <a:prstGeom prst="ellipse">
            <a:avLst/>
          </a:prstGeom>
          <a:solidFill>
            <a:srgbClr val="2A9D79"/>
          </a:solidFill>
          <a:ln>
            <a:solidFill>
              <a:srgbClr val="2A9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630936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F75B5"/>
                </a:solidFill>
                <a:latin typeface="Aptos"/>
              </a:defRPr>
            </a:pPr>
            <a:r>
              <a:t>SKYNETIX SYSTEMS LLP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143000"/>
            <a:ext cx="777240" cy="64008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7040880" cy="1508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200" b="1">
                <a:solidFill>
                  <a:srgbClr val="163A5F"/>
                </a:solidFill>
                <a:latin typeface="Aptos"/>
              </a:defRPr>
            </a:pPr>
            <a:r>
              <a:t>CBSE &amp; ICSE / ISC</a:t>
            </a:r>
          </a:p>
          <a:p>
            <a:pPr algn="l">
              <a:spcAft>
                <a:spcPts val="700"/>
              </a:spcAft>
              <a:defRPr sz="3200" b="1">
                <a:solidFill>
                  <a:srgbClr val="163A5F"/>
                </a:solidFill>
                <a:latin typeface="Aptos"/>
              </a:defRPr>
            </a:pPr>
            <a:r>
              <a:t>SCIENCE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6492240" cy="7315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2F75B5"/>
                </a:solidFill>
                <a:latin typeface="Aptos"/>
              </a:defRPr>
            </a:pPr>
            <a:r>
              <a:t>Class 10 • Class 12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41648"/>
            <a:ext cx="6400800" cy="9601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83442"/>
                </a:solidFill>
                <a:latin typeface="Aptos"/>
              </a:defRPr>
            </a:pPr>
            <a:r>
              <a:t>Concept clarity  |  Problem-solving  |  Exam preparation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83442"/>
                </a:solidFill>
                <a:latin typeface="Aptos"/>
              </a:defRPr>
            </a:pPr>
            <a:r>
              <a:t>Physics • Chemistry • Mathematics • Biology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621792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A9D79"/>
                </a:solidFill>
                <a:latin typeface="Aptos"/>
              </a:defRPr>
            </a:pPr>
            <a:r>
              <a:t>Build strong concepts. Learn with confidence.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3A5F"/>
                </a:solidFill>
                <a:latin typeface="Aptos"/>
              </a:defRPr>
            </a:pPr>
            <a:r>
              <a:t>Learning Support for Classes 10 and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685800" cy="50292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Structured science learning with a focus on understanding and exam readiness.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35661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82296" cy="356616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4650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3A5F"/>
                </a:solidFill>
                <a:latin typeface="Aptos"/>
              </a:defRPr>
            </a:pPr>
            <a:r>
              <a:t>Class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3154680" cy="2880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CBSE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Science: Physics, Chemistry, Biology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Mathematics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ICSE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Physics, Chemistry, Biology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Mathematics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520440" cy="35661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3566160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74650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3A5F"/>
                </a:solidFill>
                <a:latin typeface="Aptos"/>
              </a:defRPr>
            </a:pPr>
            <a:r>
              <a:t>Class 12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94560"/>
            <a:ext cx="3154680" cy="2880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CBSE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Physics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Chemistry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Mathematics and/or Biology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ISC (CISCE Class 12)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Physics, Chemistry, Mathematics, Biology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520440" cy="35661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00200"/>
            <a:ext cx="82296" cy="3566160"/>
          </a:xfrm>
          <a:prstGeom prst="rect">
            <a:avLst/>
          </a:prstGeom>
          <a:solidFill>
            <a:srgbClr val="2A9D79"/>
          </a:solidFill>
          <a:ln>
            <a:solidFill>
              <a:srgbClr val="2A9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74650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3A5F"/>
                </a:solidFill>
                <a:latin typeface="Aptos"/>
              </a:defRPr>
            </a:pPr>
            <a:r>
              <a:t>Learning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94560"/>
            <a:ext cx="3138295" cy="188923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Understand concepts from first </a:t>
            </a:r>
            <a:endParaRPr lang="en-US" dirty="0"/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rPr lang="en-US" dirty="0"/>
              <a:t>principles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Practise</a:t>
            </a:r>
            <a:r>
              <a:rPr dirty="0"/>
              <a:t> numerical problems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Improve written answers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Prepare for school exams and boards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Identify and close learning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Subject combinations and chapter coverage are confirmed against the student's school and current board syllabus.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3A5F"/>
                </a:solidFill>
                <a:latin typeface="Aptos"/>
              </a:defRPr>
            </a:pPr>
            <a:r>
              <a:t>Subjects We Can Cover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685800" cy="50292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Select individual subjects or a coordinated study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49240" cy="16459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82296" cy="164592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655063"/>
            <a:ext cx="50017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03120"/>
            <a:ext cx="4352538" cy="6376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Concepts, diagrams, laws, derivations, numerical practice </a:t>
            </a:r>
            <a:endParaRPr lang="en-US" dirty="0"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and application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349240" cy="16459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82296" cy="1645920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55063"/>
            <a:ext cx="50017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Chemistry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03120"/>
            <a:ext cx="4417812" cy="6376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Chemical equations, reactions, concepts, calculations and </a:t>
            </a:r>
            <a:endParaRPr lang="en-US" dirty="0"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structured written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5349240" cy="16459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429000"/>
            <a:ext cx="82296" cy="1645920"/>
          </a:xfrm>
          <a:prstGeom prst="rect">
            <a:avLst/>
          </a:prstGeom>
          <a:solidFill>
            <a:srgbClr val="2A9D79"/>
          </a:solidFill>
          <a:ln>
            <a:solidFill>
              <a:srgbClr val="2A9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575304"/>
            <a:ext cx="50017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Mathematics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23360"/>
            <a:ext cx="3927614" cy="6376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Step-by-step methods, formula use, problem-solving</a:t>
            </a:r>
            <a:endParaRPr lang="en-US" dirty="0"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 and timed practice.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29000"/>
            <a:ext cx="5349240" cy="16459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429000"/>
            <a:ext cx="82296" cy="1645920"/>
          </a:xfrm>
          <a:prstGeom prst="rect">
            <a:avLst/>
          </a:prstGeom>
          <a:solidFill>
            <a:srgbClr val="EEAE3A"/>
          </a:solidFill>
          <a:ln>
            <a:solidFill>
              <a:srgbClr val="EEA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575304"/>
            <a:ext cx="50017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Biology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023360"/>
            <a:ext cx="3955698" cy="6376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Diagrams, terminology, processes, key concepts and </a:t>
            </a:r>
            <a:endParaRPr lang="en-US" dirty="0"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answer-writing practice.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Availability by subject, class, board and learning level can be agreed during enrolment.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3A5F"/>
                </a:solidFill>
                <a:latin typeface="Aptos"/>
              </a:defRPr>
            </a:pPr>
            <a:r>
              <a:t>How Classes Will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685800" cy="50292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A repeatable lesson structure helps students learn, practise and retain.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057400" cy="32461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52728" y="1417320"/>
            <a:ext cx="749808" cy="749808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2728" y="1609344"/>
            <a:ext cx="74980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23160"/>
            <a:ext cx="173736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3A5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432" y="2971800"/>
            <a:ext cx="1784399" cy="8351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Explain the topic in simple </a:t>
            </a:r>
            <a:endParaRPr lang="en-US" dirty="0"/>
          </a:p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t>language and </a:t>
            </a:r>
            <a:r>
              <a:rPr dirty="0"/>
              <a:t>connect it </a:t>
            </a:r>
            <a:r>
              <a:t>to </a:t>
            </a:r>
            <a:endParaRPr lang="en-US"/>
          </a:p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t>prior </a:t>
            </a:r>
            <a:r>
              <a:rPr dirty="0"/>
              <a:t>knowledge.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79" y="1874519"/>
            <a:ext cx="2057400" cy="32461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84448" y="1417320"/>
            <a:ext cx="749808" cy="749808"/>
          </a:xfrm>
          <a:prstGeom prst="ellipse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1609344"/>
            <a:ext cx="74980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423160"/>
            <a:ext cx="173736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3A5F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8912" y="2971800"/>
            <a:ext cx="2040880" cy="57605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Solve examples step by </a:t>
            </a:r>
            <a:endParaRPr lang="en-US" dirty="0"/>
          </a:p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step and explain the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1874519"/>
            <a:ext cx="2057400" cy="32461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16168" y="1417320"/>
            <a:ext cx="749808" cy="749808"/>
          </a:xfrm>
          <a:prstGeom prst="ellipse">
            <a:avLst/>
          </a:prstGeom>
          <a:solidFill>
            <a:srgbClr val="2A9D79"/>
          </a:solidFill>
          <a:ln>
            <a:solidFill>
              <a:srgbClr val="2A9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16168" y="1609344"/>
            <a:ext cx="74980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423160"/>
            <a:ext cx="173736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3A5F"/>
                </a:solidFill>
                <a:latin typeface="Aptos"/>
              </a:defRPr>
            </a:pPr>
            <a:r>
              <a:t>Guided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924" y="2971800"/>
            <a:ext cx="2156296" cy="57605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Students attempt questions with </a:t>
            </a:r>
            <a:endParaRPr lang="en-US" dirty="0"/>
          </a:p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feedback and correction.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19" y="1874519"/>
            <a:ext cx="2057400" cy="32461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47888" y="1417320"/>
            <a:ext cx="749808" cy="749808"/>
          </a:xfrm>
          <a:prstGeom prst="ellipse">
            <a:avLst/>
          </a:prstGeom>
          <a:solidFill>
            <a:srgbClr val="EEAE3A"/>
          </a:solidFill>
          <a:ln>
            <a:solidFill>
              <a:srgbClr val="EEA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7888" y="1609344"/>
            <a:ext cx="74980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1" y="2423160"/>
            <a:ext cx="173736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3A5F"/>
                </a:solidFill>
                <a:latin typeface="Aptos"/>
              </a:defRPr>
            </a:pPr>
            <a:r>
              <a:t>Exam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5864" y="2971800"/>
            <a:ext cx="2133854" cy="57605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Practice board-style questions, </a:t>
            </a:r>
            <a:endParaRPr lang="en-US" dirty="0"/>
          </a:p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diagrams and written responses.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1874519"/>
            <a:ext cx="2057400" cy="32461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579608" y="1417320"/>
            <a:ext cx="749808" cy="749808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79608" y="1609344"/>
            <a:ext cx="74980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5832" y="2423160"/>
            <a:ext cx="173736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3A5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8192" y="2971800"/>
            <a:ext cx="1912639" cy="8351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Short quizzes and revision to </a:t>
            </a:r>
            <a:endParaRPr lang="en-US" dirty="0"/>
          </a:p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identify areas that </a:t>
            </a:r>
            <a:endParaRPr lang="en-US" dirty="0"/>
          </a:p>
          <a:p>
            <a:pPr algn="ctr">
              <a:spcAft>
                <a:spcPts val="700"/>
              </a:spcAft>
              <a:defRPr sz="1100" b="0">
                <a:solidFill>
                  <a:srgbClr val="283442"/>
                </a:solidFill>
                <a:latin typeface="Aptos"/>
              </a:defRPr>
            </a:pPr>
            <a:r>
              <a:rPr dirty="0"/>
              <a:t>need more 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Format can be online or in-person, depending on location, timetable and batch availability.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3A5F"/>
                </a:solidFill>
                <a:latin typeface="Aptos"/>
              </a:defRPr>
            </a:pPr>
            <a:r>
              <a:t>Board Exam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685800" cy="50292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Preparation is planned around the applicable syllabus and the student's current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520440" cy="35661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82296" cy="356616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0078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Build the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3154680" cy="2880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Chapter-wise concept teaching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Formula and definition review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Diagrams and important processes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Clarify doubts early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20440" cy="35661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82296" cy="3566160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70078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Practise strategically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48840"/>
            <a:ext cx="3154680" cy="2880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Board-style questions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Numericals and application problems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Structured answer writing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Timed worksheets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54480"/>
            <a:ext cx="3520440" cy="35661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554480"/>
            <a:ext cx="82296" cy="3566160"/>
          </a:xfrm>
          <a:prstGeom prst="rect">
            <a:avLst/>
          </a:prstGeom>
          <a:solidFill>
            <a:srgbClr val="2A9D79"/>
          </a:solidFill>
          <a:ln>
            <a:solidFill>
              <a:srgbClr val="2A9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170078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Track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148840"/>
            <a:ext cx="3154680" cy="2880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Short chapter tests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Mistake review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Revision schedule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Focused practice for weak 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88136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5E6D7C"/>
                </a:solidFill>
                <a:latin typeface="Aptos"/>
              </a:defRPr>
            </a:pPr>
            <a:r>
              <a:t>No guaranteed marks or results are promised; progress depends on attendance, practice and individual learning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3A5F"/>
                </a:solidFill>
                <a:latin typeface="Aptos"/>
              </a:defRPr>
            </a:pPr>
            <a:r>
              <a:t>Class 10: Strong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685800" cy="50292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CBSE and ICSE students need clear concepts, regular practice and careful syllabus alignment.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349240" cy="361188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82296" cy="361188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655063"/>
            <a:ext cx="50017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3A5F"/>
                </a:solidFill>
                <a:latin typeface="Aptos"/>
              </a:defRPr>
            </a:pPr>
            <a:r>
              <a:t>CBSE Class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4983479" cy="29260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Science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Physics, Chemistry and Biology topics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Concepts, experiments and applications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Mathematics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Stepwise methods and regular problem practice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Study support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Chapter revision, sample questions and mock practice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349240" cy="361188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82296" cy="3611880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55063"/>
            <a:ext cx="50017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3A5F"/>
                </a:solidFill>
                <a:latin typeface="Aptos"/>
              </a:defRPr>
            </a:pPr>
            <a:r>
              <a:t>ICSE Class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03120"/>
            <a:ext cx="4983479" cy="29260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Science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Physics, Chemistry and Biology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Definitions, explanations, diagrams and numericals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Mathematics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Working steps and accuracy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Study support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Board-style written answers and syllabus-based revision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88136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5E6D7C"/>
                </a:solidFill>
                <a:latin typeface="Aptos"/>
              </a:defRPr>
            </a:pPr>
            <a:r>
              <a:t>Exact chapters, prescribed books and assessment pattern should be checked against the current board/school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3A5F"/>
                </a:solidFill>
                <a:latin typeface="Aptos"/>
              </a:defRPr>
            </a:pPr>
            <a:r>
              <a:t>Class 12: Science Stream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685800" cy="50292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Advanced topics taught with attention to concepts, calculations and examination technique.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349240" cy="361188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82296" cy="361188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655063"/>
            <a:ext cx="50017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CBSE Class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4983479" cy="29260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Physics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• Conceptual understanding and numericals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Chemistry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• Theory, reactions and calculations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Mathematics / Biology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• Subject-specific practice, diagrams or problem solving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Plan follows the student's selected subjects.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349240" cy="361188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82296" cy="3611880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55063"/>
            <a:ext cx="50017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ISC (CISCE Class 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03120"/>
            <a:ext cx="4983479" cy="29260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Physics • Chemistry • Mathematics • Biology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• Topic-by-topic teaching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• Derivations, numericals and explanations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• Diagrams, practical-related concepts and written answers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• Revision and timed practice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200" b="0">
                <a:solidFill>
                  <a:srgbClr val="283442"/>
                </a:solidFill>
                <a:latin typeface="Aptos"/>
              </a:defRPr>
            </a:pPr>
            <a:r>
              <a:t>Subject availability confirmed at enrolment.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88136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5E6D7C"/>
                </a:solidFill>
                <a:latin typeface="Aptos"/>
              </a:defRPr>
            </a:pPr>
            <a:r>
              <a:t>Note: CISCE's Class 12 qualification is ISC; ICSE refers to the Class 10 examination.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3A5F"/>
                </a:solidFill>
                <a:latin typeface="Aptos"/>
              </a:defRPr>
            </a:pPr>
            <a:r>
              <a:t>Flexible Learning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685800" cy="50292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Agree a learning plan based on subject combination, timeline and current proficiency.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520440" cy="33375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82296" cy="333756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4650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Concept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94560"/>
            <a:ext cx="3154680" cy="2651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For students who need a stronger foundation.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Topic-wise explanation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Guided practice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• Regular doubt clearing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520440" cy="33375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3337560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74650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Board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94560"/>
            <a:ext cx="2858283" cy="179690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For students preparing for school and </a:t>
            </a:r>
            <a:endParaRPr lang="en-US" dirty="0"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board assessments.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Syllabus tracking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Question practice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Revision and mock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00200"/>
            <a:ext cx="3520440" cy="33375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82296" cy="3337560"/>
          </a:xfrm>
          <a:prstGeom prst="rect">
            <a:avLst/>
          </a:prstGeom>
          <a:solidFill>
            <a:srgbClr val="2A9D79"/>
          </a:solidFill>
          <a:ln>
            <a:solidFill>
              <a:srgbClr val="2A9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1746504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A5F"/>
                </a:solidFill>
                <a:latin typeface="Aptos"/>
              </a:defRPr>
            </a:pPr>
            <a:r>
              <a:t>Focused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194560"/>
            <a:ext cx="2981522" cy="179690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For students who want help in selected </a:t>
            </a:r>
            <a:endParaRPr lang="en-US" dirty="0"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subjects or topics.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Diagnostic discussion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Targeted sessions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rPr dirty="0"/>
              <a:t>• Progress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Batch size, session length, timetable, fees and online/in-person mode will be shared once the teaching plan is finalised.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3A5F"/>
                </a:solidFill>
                <a:latin typeface="Aptos"/>
              </a:defRPr>
            </a:pPr>
            <a:r>
              <a:t>A Clear, Supportive Learning Partnership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685800" cy="50292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Students learn best when expectations, practice and feedback are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15684"/>
            <a:ext cx="8229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SKYNETIX SYSTEMS LLP  |  SCHOOL SCIENCE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15684"/>
            <a:ext cx="54864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352044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82296" cy="35204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700784"/>
            <a:ext cx="486460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3A5F"/>
                </a:solidFill>
                <a:latin typeface="Aptos"/>
              </a:defRPr>
            </a:pPr>
            <a:r>
              <a:t>For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48840"/>
            <a:ext cx="4846320" cy="28346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Ask questions without hesitation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Practise between sessions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Maintain notes and formula sheets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Review mistakes and retry questions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Share topics that feel difficult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212080" cy="352044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82296" cy="3520440"/>
          </a:xfrm>
          <a:prstGeom prst="rect">
            <a:avLst/>
          </a:prstGeom>
          <a:solidFill>
            <a:srgbClr val="2FBECA"/>
          </a:solidFill>
          <a:ln>
            <a:solidFill>
              <a:srgbClr val="2F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00784"/>
            <a:ext cx="486460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3A5F"/>
                </a:solidFill>
                <a:latin typeface="Aptos"/>
              </a:defRPr>
            </a:pPr>
            <a:r>
              <a:t>For Parents / Guardians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48840"/>
            <a:ext cx="4846320" cy="28346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Understand the planned syllabus coverage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Receive progress feedback as agreed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Support a regular study routine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Raise scheduling or learning concerns early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• Encourage practice without unnecessary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E6D7C"/>
                </a:solidFill>
                <a:latin typeface="Aptos"/>
              </a:defRPr>
            </a:pPr>
            <a:r>
              <a:t>The teaching plan can be adjusted based on student progress and school assessment schedules.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916</Words>
  <Application>Microsoft Office PowerPoint</Application>
  <PresentationFormat>Widescreen</PresentationFormat>
  <Paragraphs>193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Akhilesh Shende</cp:lastModifiedBy>
  <cp:revision>7</cp:revision>
  <dcterms:created xsi:type="dcterms:W3CDTF">2013-01-27T09:14:16Z</dcterms:created>
  <dcterms:modified xsi:type="dcterms:W3CDTF">2026-10-24T10:27:34Z</dcterms:modified>
  <cp:category/>
</cp:coreProperties>
</file>