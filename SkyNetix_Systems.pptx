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5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594360"/>
            <a:ext cx="4389120" cy="4389120"/>
          </a:xfrm>
          <a:prstGeom prst="ellipse">
            <a:avLst/>
          </a:prstGeom>
          <a:solidFill>
            <a:srgbClr val="E1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914400"/>
            <a:ext cx="3291840" cy="3291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2926080"/>
            <a:ext cx="4023360" cy="4023360"/>
          </a:xfrm>
          <a:prstGeom prst="ellipse">
            <a:avLst/>
          </a:prstGeom>
          <a:solidFill>
            <a:srgbClr val="E2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379476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5303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669D2"/>
                </a:solidFill>
                <a:latin typeface="Aptos"/>
              </a:rPr>
              <a:t>SKYNETIX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261872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D1B34"/>
                </a:solidFill>
                <a:latin typeface="Aptos"/>
              </a:rPr>
              <a:t>SYSTEMS LLP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938528"/>
            <a:ext cx="868680" cy="64008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73152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D1B34"/>
                </a:solidFill>
                <a:latin typeface="Aptos"/>
              </a:rPr>
              <a:t>Technology Subcontracting
&amp; Software Delivery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69494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66780"/>
                </a:solidFill>
                <a:latin typeface="Aptos"/>
              </a:rPr>
              <a:t>Java • Spring Boot • React • Microservices • Cloud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69D2"/>
                </a:solidFill>
                <a:latin typeface="Aptos"/>
              </a:rPr>
              <a:t>Company Capability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6291072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D1B34"/>
                </a:solidFill>
                <a:latin typeface="Aptos"/>
              </a:rPr>
              <a:t>https://skynetixsystems.com/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6217920"/>
            <a:ext cx="3520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0D1B34"/>
                </a:solidFill>
                <a:latin typeface="Aptos"/>
              </a:rPr>
              <a:t>PARTNER WITH CONFIDENCE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2578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69AA"/>
                </a:solidFill>
                <a:latin typeface="Aptos"/>
              </a:rPr>
              <a:t>A subsidiary of Smart Software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36070"/>
                </a:solidFill>
                <a:latin typeface="Aptos"/>
              </a:rPr>
              <a:t>Parent company: smartsoftwareservice.com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Your Engineering Delivery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flexible subcontracting model for IT services and consulting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D1B34"/>
                </a:solidFill>
                <a:latin typeface="Aptos"/>
              </a:rPr>
              <a:t>SkyNetix Systems LLP collaborates with technology service providers to extend delivery capacity, execute defined work packages and support client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73152" cy="201168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95351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Project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10712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Defined scope, milestones and acceptance criteria for application modules or complete solutions.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88920"/>
            <a:ext cx="73152" cy="201168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95351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Engineering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410712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Dedicated developers or specialist support aligned to the agreed project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88920"/>
            <a:ext cx="3429000" cy="20116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88920"/>
            <a:ext cx="73152" cy="2011680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95351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Partner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410712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Clear communication, agreed ways of working and delivery coordination with the prime contractor.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669D2"/>
                </a:solidFill>
                <a:latin typeface="Aptos"/>
              </a:rPr>
              <a:t>Positioning: a technology subcontractor and software delivery partner—not just a CV supplier.</a:t>
            </a:r>
          </a:p>
        </p:txBody>
      </p:sp>
      <p:pic>
        <p:nvPicPr>
          <p:cNvPr id="20" name="Picture 1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Core Technology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Focus areas for project-based delivery and specialist engineering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74519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Java Backend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182112" cy="11155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Java • Spring Boot • REST APIs
Microservices • Kafka / event-driven systems
Enterprise application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73152" cy="1874519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React &amp; Full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13432"/>
            <a:ext cx="3182112" cy="11155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React web applications
Java + React integration
Feature development and application enhancement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136" y="1691640"/>
            <a:ext cx="3566160" cy="1874519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46136" y="1691640"/>
            <a:ext cx="73152" cy="1874519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856232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Cloud &amp;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13432"/>
            <a:ext cx="3182112" cy="11155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AWS cloud-native applications
CI/CD and deployment automation
Reliability, scalability and modernization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5349240" cy="150876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886200"/>
            <a:ext cx="73152" cy="150876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050791"/>
            <a:ext cx="49651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Architecture &amp; Technical Consulting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507992"/>
            <a:ext cx="49651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Solution design • API strategy • Integration patterns • Performance and maintainability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886200"/>
            <a:ext cx="5367528" cy="150876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886200"/>
            <a:ext cx="73152" cy="150876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50791"/>
            <a:ext cx="4983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Application Support &amp; Enhancement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07992"/>
            <a:ext cx="49834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Bug fixes • Technical debt reduction • Production support • Incremental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66780"/>
                </a:solidFill>
                <a:latin typeface="Aptos"/>
              </a:rPr>
              <a:t>Capabilities and staffing are confirmed against each engagement before commitments are made.</a:t>
            </a:r>
          </a:p>
        </p:txBody>
      </p:sp>
      <p:pic>
        <p:nvPicPr>
          <p:cNvPr id="27" name="Picture 2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Flexible Engagement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Choose the collaboration model that fits the prime contractor and end-client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01752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01  Project-Based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3044952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A defined feature, module or application
• Milestone-based execution
• Clear scope and acceptance criteria
Commercials: fixed-price or milestone-based, where scope allows.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301752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0195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02  Dedicated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9152"/>
            <a:ext cx="3044952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Ongoing product development
• Backlog delivery and enhancements
• Flexible engineering capacity
Commercials: monthly team or resource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30175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3017520"/>
          </a:xfrm>
          <a:prstGeom prst="rect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90195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03  Specialist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359152"/>
            <a:ext cx="3044952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D42"/>
                </a:solidFill>
                <a:latin typeface="Aptos"/>
              </a:rPr>
              <a:t>Best for:
• Java / Spring Boot expertise
• Architecture and integration tasks
• Short-term delivery bottlenecks
Commercials: agreed hourly, daily or monthly rates.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B34"/>
                </a:solidFill>
                <a:latin typeface="Aptos"/>
              </a:rPr>
              <a:t>White-label delivery can be considered where explicitly agreed with the contracting partner and end client.</a:t>
            </a:r>
          </a:p>
        </p:txBody>
      </p:sp>
      <p:pic>
        <p:nvPicPr>
          <p:cNvPr id="19" name="Picture 18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A Structured Delivery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practical operating model designed to reduce ambiguity and improve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8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85623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6324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Understand scope, constraints, stakeholders and success criteria.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48456" y="1664208"/>
            <a:ext cx="713232" cy="713232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85623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D1B3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0604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06324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Confirm estimates, milestones, responsibilities and dependencies.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1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4376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52744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185623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260604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306324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Develop in agreed iterations with code reviews and version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57032" y="1664208"/>
            <a:ext cx="713232" cy="713232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185623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D1B34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60604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06324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Test functionality, integration and agreed non-functional requirements.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69D2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2952" y="1965960"/>
            <a:ext cx="2057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61320" y="1664208"/>
            <a:ext cx="713232" cy="713232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20" y="185623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606040"/>
            <a:ext cx="1737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3063240"/>
            <a:ext cx="17373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2D42"/>
                </a:solidFill>
                <a:latin typeface="Aptos"/>
              </a:rPr>
              <a:t>Provide documentation, deployment notes and agreed knowledge transfer.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10332720" cy="685800"/>
          </a:xfrm>
          <a:prstGeom prst="roundRect">
            <a:avLst/>
          </a:prstGeom>
          <a:solidFill>
            <a:srgbClr val="D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07492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Governance can include agreed status updates, issue escalation, quality checks and change control.</a:t>
            </a:r>
          </a:p>
        </p:txBody>
      </p:sp>
      <p:pic>
        <p:nvPicPr>
          <p:cNvPr id="37" name="Picture 3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Why Collaborate with SkyNetix Systems?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A partner-oriented approach to delivery, communication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310896" cy="310896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901952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Delivery flexibility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Project packages, dedicated capacity or specialist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947672"/>
            <a:ext cx="310896" cy="310896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901952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Technical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Backend, full-stack and cloud engineering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1947672"/>
            <a:ext cx="310896" cy="310896"/>
          </a:xfrm>
          <a:prstGeom prst="ellipse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1901952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Clear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Agreed deliverables, responsibilities and escalation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867912"/>
            <a:ext cx="310896" cy="310896"/>
          </a:xfrm>
          <a:prstGeom prst="ellipse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3822191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Quality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Code reviews, testing and documentation aligned to project needs.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90288" y="3867912"/>
            <a:ext cx="310896" cy="310896"/>
          </a:xfrm>
          <a:prstGeom prst="ellipse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3822191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Commercial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1596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Defined scope, assumptions, rates and invoicing terms.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337560" cy="141732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3867912"/>
            <a:ext cx="310896" cy="310896"/>
          </a:xfrm>
          <a:prstGeom prst="ellipse">
            <a:avLst/>
          </a:prstGeom>
          <a:solidFill>
            <a:srgbClr val="2BA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5088" y="3822191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D1B34"/>
                </a:solidFill>
                <a:latin typeface="Aptos"/>
              </a:rPr>
              <a:t>Confidentiality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315968"/>
            <a:ext cx="28803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D42"/>
                </a:solidFill>
                <a:latin typeface="Aptos"/>
              </a:rPr>
              <a:t>NDA, IP and access requirements agreed before work begins.</a:t>
            </a:r>
          </a:p>
        </p:txBody>
      </p:sp>
      <p:pic>
        <p:nvPicPr>
          <p:cNvPr id="30" name="Picture 2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D1B34"/>
                </a:solidFill>
                <a:latin typeface="Aptos"/>
              </a:rPr>
              <a:t>Commercial &amp; 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66780"/>
                </a:solidFill>
                <a:latin typeface="Aptos"/>
              </a:rPr>
              <a:t>Set expectations clearly before project kickoff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66780"/>
                </a:solidFill>
                <a:latin typeface="Aptos"/>
              </a:rPr>
              <a:t>SKYNETIX SYSTEMS LLP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3832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383280"/>
          </a:xfrm>
          <a:prstGeom prst="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01952"/>
            <a:ext cx="4828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Engagement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4828032" cy="2624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• Scope, deliverables and exclusions
• Delivery timeline and dependencies
• Roles, communication and reporting
• Testing and acceptance criteria
• Change requests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12080" cy="3383280"/>
          </a:xfrm>
          <a:prstGeom prst="round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73152" cy="3383280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01952"/>
            <a:ext cx="4828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1B34"/>
                </a:solidFill>
                <a:latin typeface="Aptos"/>
              </a:rPr>
              <a:t>Vendor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59152"/>
            <a:ext cx="4828032" cy="2624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D42"/>
                </a:solidFill>
                <a:latin typeface="Aptos"/>
              </a:rPr>
              <a:t>• Company registration and tax documents
• NDA and subcontracting agreement
• Invoicing and payment schedule
• IP ownership and confidentiality terms
• Security, access and compliance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66780"/>
                </a:solidFill>
                <a:latin typeface="Aptos"/>
              </a:rPr>
              <a:t>Documents are shared as applicable and subject to the prime contractor’s onboarding requirements.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Enterprise Java &amp; Backend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Build secure, maintainable services that support business-critical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Java &amp; Spring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Java (modern versions)
• Spring Boot and Spring ecosystem
• REST APIs and service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087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Domain-oriented service design
• Resilience, retries and timeouts
• API versioning and error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Data &amp;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SQL and NoSQL integration
• Kafka-based event-driven systems
• Caching and asynchronous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Ways we can support your delivery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4241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Develop new services, APIs and integrations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Modernize legacy Java applications and improve maintainability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Contribute senior engineering expertise to existing client projects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Cloud-Native Engineering &amp;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Design and deliver services with deployment, reliability and operational needs in mind.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Cloud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AWS, Azure and GCP solution support
• Cloud service integration
• Environment and configuration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0876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Containers &amp;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Docker and Kubernetes-oriented delivery
• CI/CD pipeline collaboration
• Infrastructure as Code concepts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0876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Reliability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Logging, metrics and tracing
• Health checks and alerting readiness
• Performance and cost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Delivery outcomes we aim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4241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Repeatable releases with fewer manual steps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Services designed for observability and operational support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Practical cloud architecture aligned to security, scale and cost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Solution Architecture &amp; Application Modernization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Turn requirements and constraints into implementable technical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Architecture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Solution decomposition and service boundaries
• API and integration design
• Architecture decision records and diagrams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0020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Modernization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Legacy application assessment
• Monolith-to-services transition planning
• Incremental refactoring strategies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Engineering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Code reviews and design reviews
• Secure coding and maintainability
• Technical debt prioritization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How we help clients and prime 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42416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Provide architecture input during discovery, estimation and delivery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Translate non-functional requirements into technical implementation plans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Help teams reduce complexity without disrupting ongoing business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Full-Stack Delivery &amp; Systems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Flexible engineering support across application layers and enterprise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Application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Backend-first full-stack delivery
• React and web application integration
• Frontend/backend API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Enterprise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Third-party API integrations
• Authentication and authorization flows
• Data exchange and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Testing &amp; Release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Unit and integration testing
• Defect analysis and resolution
• Release coordination with client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Engagement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Take ownership of defined API or integration workstreams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Augment existing teams during delivery peaks or modernization programs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Support production issues, bug fixes and technical enhancements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Applied AI &amp; GenAI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Practical AI integration for enterprise workflows, with attention to data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LLM Application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Retrieval-Augmented Generation (RAG)
• Prompt design and evaluation
• Knowledge assistant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Enterprise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Java/Python service integration
• Model API and cloud AI integration
• Secure access to enterprise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Responsible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Grounding and output validation
• Privacy and access-control considerations
• Human review for sensitive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Potential project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Prototype an internal knowledge assistant or document Q&amp;A workflow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Connect AI capabilities to existing enterprise APIs and systems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Help teams evaluate quality, latency, cost and operational risks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Quality Engineering, Support &amp; Delivery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Help teams ship with confidence and sustain applications after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Quality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Unit and integration test strategy
• Regression and defect triage
• Code quality and peer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55448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Production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Root-cause analysis
• Incident and problem investigation
• Performance bottleneck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5448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5544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Delivery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• Clear scope and acceptance criteria
• Sprint-level progress visibility
• Documentation and handover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What clients can expect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42416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Defined deliverables and transparent progress reporting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Collaborative work with the client’s existing standards and tools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Knowledge transfer and support documentation at agreed milestones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93052"/>
                </a:solidFill>
                <a:latin typeface="Aptos"/>
              </a:rPr>
              <a:t>Built for Subcontracting &amp; Delivery Partnerships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73152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A78"/>
                </a:solidFill>
                <a:latin typeface="Aptos"/>
              </a:rPr>
              <a:t>A flexible extension of your delivery capability—aligned to your client commitments.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F6A78"/>
                </a:solidFill>
                <a:latin typeface="Aptos"/>
              </a:rPr>
              <a:t>SkyNetix Systems LLP  |  Technology Delivery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Team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2848"/>
            <a:ext cx="3200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Add Java, cloud or architecture skills to an existing team for a defined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00200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9222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Work-Package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12848"/>
            <a:ext cx="320040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Own a clearly scoped component, API set, integration or modernization workstream.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600200"/>
          </a:xfrm>
          <a:prstGeom prst="roundRect">
            <a:avLst/>
          </a:prstGeom>
          <a:solidFill>
            <a:srgbClr val="EEF4F9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92224"/>
            <a:ext cx="3154679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Aptos"/>
              </a:rPr>
              <a:t>Specialist Advisory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12848"/>
            <a:ext cx="3154679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F3946"/>
                </a:solidFill>
                <a:latin typeface="Aptos"/>
              </a:rPr>
              <a:t>Bring in senior technical input for architecture reviews, design decisions and delivery risks.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3052"/>
                </a:solidFill>
                <a:latin typeface="Aptos"/>
              </a:rPr>
              <a:t>Partnership principles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42416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Respect prime-vendor and end-client processes, confidentiality and communication channels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Agree scope, ownership, milestones and acceptance criteria up front</a:t>
            </a:r>
          </a:p>
          <a:p>
            <a:pPr>
              <a:spcAft>
                <a:spcPts val="900"/>
              </a:spcAft>
              <a:defRPr sz="1400">
                <a:solidFill>
                  <a:srgbClr val="2F3946"/>
                </a:solidFill>
                <a:latin typeface="Aptos"/>
              </a:defRPr>
            </a:pPr>
            <a:r>
              <a:t>•  Scale the engagement to the project’s needs and agreed commercial model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199632"/>
            <a:ext cx="1234440" cy="4561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Let's Explore a Delivery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8C6DC"/>
                </a:solidFill>
                <a:latin typeface="Aptos"/>
              </a:rPr>
              <a:t>We welcome conversations with IT services firms, consulting companies and technology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49808" cy="50292"/>
          </a:xfrm>
          <a:prstGeom prst="rect">
            <a:avLst/>
          </a:prstGeom>
          <a:solidFill>
            <a:srgbClr val="28C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6510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ADBED7"/>
                </a:solidFill>
                <a:latin typeface="Aptos"/>
              </a:rPr>
              <a:t>SKYNETIX SYSTEMS LLP  •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875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Have a Java, React, microservices or cloud development requirement?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33472"/>
            <a:ext cx="9601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5E2F5"/>
                </a:solidFill>
                <a:latin typeface="Aptos"/>
              </a:rPr>
              <a:t>Let's discuss your delivery needs, project scope, preferred engagement model and vendor onboarding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794760"/>
            <a:ext cx="5303520" cy="1051560"/>
          </a:xfrm>
          <a:prstGeom prst="roundRect">
            <a:avLst/>
          </a:prstGeom>
          <a:solidFill>
            <a:srgbClr val="26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00507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SKYNETIX SYSTEMS LLP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389120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IT Services • Software Engineering • Subcontracting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6217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8C6DC"/>
                </a:solidFill>
                <a:latin typeface="Aptos"/>
              </a:rPr>
              <a:t>Website: https://skynetixsystems.com/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Contact: [Add business email]  |  [Add phone number]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120640"/>
            <a:ext cx="3383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28C6DC"/>
                </a:solidFill>
                <a:latin typeface="Aptos"/>
              </a:rPr>
              <a:t>LET'S BUILD TOGETHER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91072"/>
            <a:ext cx="1600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1663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3052"/>
                </a:solidFill>
                <a:latin typeface="Aptos"/>
              </a:rPr>
              <a:t>Group affiliation: SkyNetix Systems LLP is a subsidiary of Smart Software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864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469AA"/>
                </a:solidFill>
                <a:latin typeface="Aptos"/>
              </a:rPr>
              <a:t>Parent company website: https://smartsoftwareservice.com/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SkyNetix Systems LLP - Subcontractor Profile (White Theme)</dc:title>
  <dc:subject>White-background company capability presentation with SkyNetix logo on every slide</dc:subject>
  <dc:creator>SkyNetix Systems LLP</dc:creator>
  <cp:keywords>Java, React, Spring Boot, Microservices, Cloud, Subcontracting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