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COMPLETE PYTHON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57400"/>
            <a:ext cx="98755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0">
                <a:solidFill>
                  <a:srgbClr val="BECDE1"/>
                </a:solidFill>
                <a:latin typeface="Aptos"/>
              </a:defRPr>
            </a:pPr>
            <a:r>
              <a:t>From beginner basics to practical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0"/>
            <a:ext cx="96012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Syntax • Data structures • Functions • OOP • Files • APIs • Testing •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4389120" cy="1097280"/>
          </a:xfrm>
          <a:prstGeom prst="roundRect">
            <a:avLst/>
          </a:prstGeom>
          <a:solidFill>
            <a:srgbClr val="2A69BE"/>
          </a:solidFill>
          <a:ln>
            <a:solidFill>
              <a:srgbClr val="2A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79392"/>
            <a:ext cx="3931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EXAMPLES ON EVERY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BECDE1"/>
                </a:solidFill>
                <a:latin typeface="Aptos"/>
              </a:defRPr>
            </a:pPr>
            <a:r>
              <a:t>A practical, example-led learning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How to use this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Read the concept first, then type the example instead of only copying it.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Run examples in Python 3.10+ using VS Code, PyCharm, or a notebook.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Change values and predict the output before running the code.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Practice by modifying examples and completing the mini-exercises.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Some advanced libraries require installation with pip.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What is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high-level, general-purpose programming language.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Readable syntax makes it suitable for beginners and experienced developers.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Common uses: automation, APIs, data analysis, AI/ML, scripting, and testing.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Python is dynamically typed and supports multiple programming styles.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print("Hello, Python!")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print(2 + 3)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print("Python version 3")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Hello, Python! | 5 | Python version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Install and run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Install Python 3 from python.org and verify the interpreter.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Check the version in a terminal: python --version (or python3 --version).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Run a file with: python app.py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a virtual environment to isolate project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python --version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python -m venv .venv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# Windows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.venv\Scripts\activate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# macOS / Linux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source .venv/bin/activate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Python syntax and indentation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Indentation defines code blocks; use four spaces consistently.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Statements usually end at a newline—semicolons are rarely needed.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Comments begin with # and explain why code exists.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Names are case-sensitive: total and Total are different.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temperature = 28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if temperature &gt; 25: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print("It is warm")  # indented block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print("It is cool")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It is warm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Variables and naming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variable is a name bound to a value.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descriptive snake_case names for variables and functions.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Python infers the type from the assigned value.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Avoid reserved keywords such as class, for, and return.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customer_name = "Asha"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items_in_cart = 3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price = 149.50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is_member = True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print(customer_name, items_in_cart)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Asha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Core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int: whole numbers; float: decimal numbers.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str: text; bool: True or False.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None represents the absence of a value.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type() to inspect a value's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age = 32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price = 19.99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name = "Mira"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active = True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result = None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print(type(age).__name__)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print(type(name).__name__)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int | str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Type conversion and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input() returns text; convert it before numeric calculations.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int(), float(), str(), and bool() perform conversions.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Invalid conversions can raise ValueError.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Validate user input before using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age_text = input("Age: 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age = int(age_text)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print(f"Next year: {age + 1}")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If input is 30: Next year: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01 •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Arithmetic: +, -, *, /, //, %, **.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Comparison: ==, !=, &lt;, &lt;=, &gt;, &gt;=.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Logical: and, or, not.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Membership: in; identity: is. Use parentheses for clarity.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a, b = 7, 3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/ b)   # 2.333...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// b)  # 2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% b)   # 1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** b)  # 343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&gt; 5 and b &lt;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2.333... | 2 | 1 | 343 |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Strings and f-strings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02 •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Strings are immutable sequences of Unicode characters.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indexing and slicing to access parts of a string.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Common methods: lower(), upper(), strip(), split(), replace().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f-strings embed expressions directly in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name = "  Python Learner  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clean = name.strip()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print(clean.upper())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print(clean[0:6])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score = 92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print(f"{clean} scored {score}%")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PYTHON LEARNER | Python | Python Learner scored 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Conditionals: if / elif /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03 •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conditions to choose which path a program follows.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Conditions evaluate to truthy or falsy values.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Keep branches readable and avoid deeply nested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elif for mutually exclusive alternatives.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marks = 76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if marks &gt;= 90: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grade = "A"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elif marks &gt;= 75: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grade = "B"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grade = "C"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print(grade)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Loops: for and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03 •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for iterates over items in an iterable.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range(stop) produces integers from 0 up to stop - 1.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break to stop and continue to skip an iteration.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Prefer iterating over collections directly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for number in range(1, 6):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print(number * number)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for ch in "cat":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1 4 9 16 25, then c a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while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03 •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while repeats as long as its condition is true.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Update the state so the loop can finish.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An infinite loop can be intentional, but needs an exit path.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while for sentinel-controlled or condition-based repetition.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count = 3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while count &gt; 0: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print(count)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count -= 1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print("Go!")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3 | 2 | 1 | Go!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04 •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Lists are ordered, mutable collections that allow duplicates.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append(), extend(), insert(), remove(), and pop().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Slicing creates a new list; assignment can change elements.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a list when order matters and values may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tasks = ["plan", "code"]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tasks.append("test")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tasks[0] = "design"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print(tasks)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print(tasks[-1])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['design', 'code', 'test'] |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Tuples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04 •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Tuples are ordered and immutable.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Useful for fixed groups of values and multiple return values.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one-item tuple needs a trailing comma.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Tuple unpacking assigns elements to multiple variables.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point = (10, 20)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x, y = point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single = ("only",)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print(x, y)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print(single)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10 20 | ('only',)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Dictionaries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04 •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Dictionaries map unique keys to values.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Keys must be hashable; strings and numbers are common keys.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get() for safe lookup with a default.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Loop with items() to access key-value pairs.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person = {"name": "Ravi", "age": 29}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person["city"] = "Pune"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print(person.get("role", "not set"))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for key, value in person.items():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print(key, 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not set; then name Ravi, age 29, city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04 •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Sets contain unique elements and do not guarantee a display order.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sets to remove duplicates and test membership efficiently.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Operations include union (|), intersection (&amp;), and difference (-).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An empty set is set(), not {}.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 = {1, 2, 3, 3}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b = {3, 4, 5}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| b)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&amp; b)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 -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{1, 2, 3}; union {1,2,3,4,5}; intersection {3}; difference {1,2}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Comprehensions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04 •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Comprehensions build collections concisely from iterables.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Add a condition to filter values.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them for simple transformations; use loops for complex logic.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List, set, and dictionary comprehensions are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squares = [n * n for n in range(6)]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evens = [n for n in range(10) if n % 2 == 0]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lookup = {n: n*n for n in range(3)}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print(squares)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print(evens)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print(lookup)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[0, 1, 4, 9, 16, 25]; [0, 2, 4, 6, 8]; {0:0, 1:1, 2:4}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Functions, modules, and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966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BECDE1"/>
                </a:solidFill>
                <a:latin typeface="Aptos"/>
              </a:defRPr>
            </a:pPr>
            <a:r>
              <a:t>Organize code into reusable, testable building blocks.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91440"/>
          </a:xfrm>
          <a:prstGeom prst="rect">
            <a:avLst/>
          </a:prstGeom>
          <a:solidFill>
            <a:srgbClr val="F59132"/>
          </a:solidFill>
          <a:ln>
            <a:solidFill>
              <a:srgbClr val="F5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Defining and calling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05 •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def to define a function and return to send a result back.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Parameters are inputs; arguments are supplied values.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function without return implicitly returns None.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Choose a single clear responsibility for each function.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calculate_total(price, quantity):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return price * quantity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total = calculate_total(125, 4)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Arguments, defaults, and keyword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05 •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Positional arguments are matched by position.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Keyword arguments make calls easier to read.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Default values are used when an argument is omitted.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Avoid mutable objects as default parameter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greet(name, greeting="Hello"):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return f"{greeting}, {name}!"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print(greet("Asha"))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print(greet(name="Ravi", greeting="Hi"))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Hello, Asha! | Hi, Ravi!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Variable scope and return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05 •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Local names exist inside the function that defines them.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Prefer passing values in and returning results out.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global and nonlocal exist, but overuse makes code harder to reason about.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Return early when it improves clarity.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discount(price, percent):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if price &lt; 0: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raise ValueError("price cannot be negative")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return price * (1 - percent / 100)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print(discount(1000, 10))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900.0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Lambda, map, filter, and sorted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05 •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lambda creates a small anonymous function.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sorted() returns a new sorted list; list.sort() mutates in place.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key= to sort by a property.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Comprehensions are often clearer than map() or filter().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names = ["Ravi", "Ananya", "Om"]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print(sorted(names, key=lambda n: len(n)))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nums = [1, 2, 3, 4, 5]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print(list(filter(lambda n: n % 2 == 0, nums)))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['Om', 'Ravi', 'Ananya'] | [2, 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Modules and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05 •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module is a Python file; a package groups modules.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Import only what you need and avoid wildcard imports.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The standard library includes pathlib, json, datetime, math, and more.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Guard script entry points with if __name__ == '__main__'.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math import sqrt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datetime import date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print(sqrt(81))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print(date(2026, 1, 1).isoformat())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if __name__ == "__main__":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print("Run directly")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9.0 | 2026-01-01 | Run directly (when run as a 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Exceptions and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06 •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Exceptions represent errors or unusual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try/except for errors you can handle meaningfully.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else for success-only code and finally for cleanup.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Catch specific exception types; do not silently swallow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text = "42"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try: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value = int(text)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except ValueError: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print("Please enter a whole number")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print(value * 2)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finally: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print("Done")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84 |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Raising custom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06 •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Raise ValueError for invalid values and TypeError for wrong types.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Create custom exception classes for domain-specific failures.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Validate at boundaries: user input, files, APIs, and databases.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Error messages should help diagnose the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withdraw(balance, amount):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if amount &lt;= 0: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raise ValueError("amount must be positive")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if amount &gt; balance: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raise ValueError("insufficient funds")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return balance - amount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print(withdraw(1000, 250))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Object-oriented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966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BECDE1"/>
                </a:solidFill>
                <a:latin typeface="Aptos"/>
              </a:defRPr>
            </a:pPr>
            <a:r>
              <a:t>Model data and behavior with classes, instances, and composition.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91440"/>
          </a:xfrm>
          <a:prstGeom prst="rect">
            <a:avLst/>
          </a:prstGeom>
          <a:solidFill>
            <a:srgbClr val="F59132"/>
          </a:solidFill>
          <a:ln>
            <a:solidFill>
              <a:srgbClr val="F5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07 •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class defines a type; an object is an instance of that type.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__init__ initializes instance state.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self refers to the current instance.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classes when they make related data and behavior easier to organize.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class User: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def __init__(self, name):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self.name = name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def greet(self):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return f"Hi, {self.name}"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user = User("Mira")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print(user.greet())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Hi, Mira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Encapsulation and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07 •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Encapsulation keeps an object's state and behavior together.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leading underscore signals an internal implementation detail by convention.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Properties provide controlled attribute access.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Avoid unnecessary getters and setters when direct attributes are sufficient.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class Temperature: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def __init__(self, celsius):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self.celsius = celsius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@property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def fahrenheit(self):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return self.celsius * 9/5 + 32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 = Temperature(25)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print(t.fahrenheit)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77.0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Inheritance and 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07 •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Inheritance models an is-a relationship; composition models has-a.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subclass can override methods to specialize behavior.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Polymorphism lets callers use a shared interface.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Favor simple designs over deep inheritance trees.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class Notifier: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def send(self, message):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raise NotImplementedError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class EmailNotifier(Notifier):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def send(self, message):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return f"Email: {message}"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notifier = EmailNotifier()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print(notifier.send("Build passed"))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Email: Build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Dataclasses and special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07 •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dataclasses reduce boilerplate for data-focused classes.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__repr__ creates a developer-friendly representation.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__str__ is intended for readable display.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frozen=True when instances should be immutable.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dataclasses import dataclass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@dataclass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class Product: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name: str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price: float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 = Product("Keyboard", 999.0)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print(p)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print(p.price)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Product(name='Keyboard', price=999.0) | 999.0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Working with files and data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966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BECDE1"/>
                </a:solidFill>
                <a:latin typeface="Aptos"/>
              </a:defRPr>
            </a:pPr>
            <a:r>
              <a:t>Read and write text, CSV, JSON, and paths safely.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91440"/>
          </a:xfrm>
          <a:prstGeom prst="rect">
            <a:avLst/>
          </a:prstGeom>
          <a:solidFill>
            <a:srgbClr val="F59132"/>
          </a:solidFill>
          <a:ln>
            <a:solidFill>
              <a:srgbClr val="F5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File handling with pathlib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08 •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with to close files reliably, even when an error occurs.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pathlib provides cross-platform path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Choose encoding explicitly for text files.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read_text/write_text for small files; stream large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pathlib import Path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path = Path("notes.txt")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path.write_text("Python files\n", encoding="utf-8")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text = path.read_text(encoding="utf-8")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print(text.strip())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Python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CSV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08 •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CSV stores tabular data as rows and columns.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csv.DictReader and DictWriter for named fields.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Do not split CSV lines manually; quoted fields may contain commas.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For large datasets, process rows incrementally.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import csv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io import StringIO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sample = "name,score\nAsha,91\nRavi,84\n"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rows = csv.DictReader(StringIO(sample))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for row in rows: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print(row["name"], int(row["score"]))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Asha 91 | Ravi 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08 •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JSON is a common data format for APIs and configuration.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json.dumps serializes Python data; json.loads parses JSON text.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json.dump/load to work directly with files.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Validate required fields and types after parsing untrusted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import json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user = {"name": "Asha", "active": True, "roles": ["reader"]}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text = json.dumps(user)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restored = json.loads(text)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print(restored["name"])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print(restored["roles"][0])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Asha | reader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Dates and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08 •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datetime/date for calendar values and timedelta for durations.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timezone-aware datetimes for real-world timestamps.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Store timestamps in UTC when designing distributed systems.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Format and parse values with strftime() and strptime().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datetime import datetime, timezone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now = datetime.now(timezone.utc)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print(now.tzinfo)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print(now.strftime("%Y-%m-%d"))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UTC | current UTC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Python for practical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966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BECDE1"/>
                </a:solidFill>
                <a:latin typeface="Aptos"/>
              </a:defRPr>
            </a:pPr>
            <a:r>
              <a:t>Build reliable programs with packages, tests, logging, and HTTP.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91440"/>
          </a:xfrm>
          <a:prstGeom prst="rect">
            <a:avLst/>
          </a:prstGeom>
          <a:solidFill>
            <a:srgbClr val="F59132"/>
          </a:solidFill>
          <a:ln>
            <a:solidFill>
              <a:srgbClr val="F5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Virtual environments and pip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09 •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virtual environment isolates project dependencies.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Install packages with python -m pip install package-name.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Capture dependencies in requirements.txt for repeatable setup.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Pin versions when reproducibility matters; update dependencies deliberately.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python -m venv .venv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# activate the environment first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python -m pip install requests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python -m pip freeze &gt; requirements.txt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python -m pip install -r requirements.txt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Unit testing with unittest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09 •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Tests make expected behavior executable and repeatable.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descriptive test names and test edge cases.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Arrange inputs, act, then assert outcomes.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Run tests frequently, especially after refactoring.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import unittest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def add(a, b):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return a + b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class TestAdd(unittest.TestCase):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def test_positive_numbers(self):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    self.assertEqual(add(2, 3), 5)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if __name__ == "__main__":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unittest.main()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Test passes when saved and run as a Python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09 •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Logging records events with levels: DEBUG, INFO, WARNING, ERROR, CRITICAL.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Prefer logging over print() for production diagnostics.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Include useful context but never log passwords or secrets.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Configure logging once at the application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import logging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logging.basicConfig(level=logging.INFO,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            format="%(levelname)s: %(message)s")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logging.info("Service started")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logging.warning("Retrying request")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INFO: Service started | WARNING: Retrying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HTTP requests and REST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09 •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HTTP APIs commonly use GET, POST, PUT, PATCH, and DELETE.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Check status codes and set timeouts for network calls.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Install requests with pip before running this example.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Treat remote responses as untrusted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import requests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response = requests.get(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"https://httpbin.org/json", timeout=10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response.raise_for_status()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data = response.json()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print(data.keys())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Keys depend on the returned JSON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Generators and iterators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10 • ADVANCED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An iterable can provide an iterator; iterators yield values one at a time.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yield turns a function into a generator.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Generators can reduce memory use for large streams.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generator is typically consumed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countdown(start):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while start &gt; 0: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yield start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start -= 1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for value in countdown(3):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print(value)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3 | 2 |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Decorators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10 • ADVANCED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 decorator wraps a function or class to add behavior.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Common uses include logging, authorization, caching, and timing.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functools.wraps preserves metadata of the wrapped function.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Keep decorators transparent and avoid surprising side effects.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from functools import wraps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def announce(func):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    @wraps(func)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    def wrapper(*args, **kwargs):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        print("Calling", func.__name__)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        return func(*args, **kwargs)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    return wrapper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@announce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def greet():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    return "Hello"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print(greet())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Calling greet | Hello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Context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10 • ADVANCED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Context managers define setup and cleanup around a block.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The with statement uses __enter__ and __exit__ behind the scenes.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Files and locks are common context-managed resources.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contextlib for simple custom context managers.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contextlib import contextmanager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@contextmanager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managed_message():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print("start")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try: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yield "working"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finally: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print("cleanup")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with managed_message() as state: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start | working | cleanup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Concurrency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10 • ADVANCED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Threading is useful for many I/O-bound tasks.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Multiprocessing can use multiple CPU cores for CPU-bound work.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asyncio supports concurrent I/O using async and await.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Choose based on workload; concurrency is not automatically faster.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import asyncio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async def fetch_label():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await asyncio.sleep(0.1)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return "response received"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async def main():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print(await fetch_label())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asyncio.run(main())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response received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Data analysis and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966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BECDE1"/>
                </a:solidFill>
                <a:latin typeface="Aptos"/>
              </a:defRPr>
            </a:pPr>
            <a:r>
              <a:t>Use Python's ecosystem for tables, plots, and repeatable tasks.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91440"/>
          </a:xfrm>
          <a:prstGeom prst="rect">
            <a:avLst/>
          </a:prstGeom>
          <a:solidFill>
            <a:srgbClr val="F59132"/>
          </a:solidFill>
          <a:ln>
            <a:solidFill>
              <a:srgbClr val="F5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NumPy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11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NumPy provides efficient multidimensional arrays and numerical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Install with python -m pip install numpy.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Array operations are often vectorized instead of written as Python loops.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shape and dtype to inspect arrays.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import numpy as np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values = np.array([10, 20, 30])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print(values * 2)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print(values.mean())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print(values.shape)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[20 40 60] | 20.0 | (3,)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Pandas DataFrames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11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Pandas provides Series and DataFrame structures for tabular data.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Common operations: read_csv, head, describe, groupby, merge.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Inspect missing values and data types before analysis.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Install with python -m pip install pandas.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import pandas as pd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df = pd.DataFrame({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"team": ["A", "A", "B"],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"sales": [100, 150, 120]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})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print(df.groupby("team")["sales"].sum())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A 250 | B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Plotting with Matplotlib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11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Matplotlib creates line, bar, scatter, and histogram charts.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Label axes and add a title so the chart is understandable.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Install with python -m pip install matplotlib.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Charts should support a question, not merely decorate a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import matplotlib.pyplot as plt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months = ["Jan", "Feb", "Mar"]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sales = [12, 18, 15]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plt.plot(months, sales, marker="o")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plt.title("Monthly Sales")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plt.xlabel("Month")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plt.ylabel("Sales")</a:t>
            </a:r>
          </a:p>
          <a:p>
            <a:pPr>
              <a:spcAft>
                <a:spcPts val="100"/>
              </a:spcAft>
              <a:defRPr sz="1300">
                <a:solidFill>
                  <a:srgbClr val="E5EEF8"/>
                </a:solidFill>
                <a:latin typeface="Cascadia Code"/>
              </a:defRPr>
            </a:pPr>
            <a:r>
              <a:t>plt.show()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Automation example: organize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11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pathlib to inspect file paths and suffixes.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Test on a temporary folder before operating on real files.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Add collision handling and logging in production scripts.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The example only prints a proposed destination; it does not move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from pathlib import Path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folder = Path("downloads")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for path in folder.iterdir():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if path.is_file():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category = path.suffix.lower().lstrip(".") or "no_extension"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print(f"{path.name} -&gt; {category}/")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Prints a category suggestion for each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Professional practices and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9669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900" b="0">
                <a:solidFill>
                  <a:srgbClr val="BECDE1"/>
                </a:solidFill>
                <a:latin typeface="Aptos"/>
              </a:defRPr>
            </a:pPr>
            <a:r>
              <a:t>Turn language knowledge into maintainable, real-world projects.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143000" cy="91440"/>
          </a:xfrm>
          <a:prstGeom prst="rect">
            <a:avLst/>
          </a:prstGeom>
          <a:solidFill>
            <a:srgbClr val="F59132"/>
          </a:solidFill>
          <a:ln>
            <a:solidFill>
              <a:srgbClr val="F5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Clean code and type hints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12 •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descriptive names, small functions, and consistent formatting.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PEP 8 provides widely used Python style conventions.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Type hints improve readability and tooling; they are not runtime enforcement by default.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docstrings to describe public APIs and important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def average(values: list[float]) -&gt; float: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"""Return the arithmetic mean of values."""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if not values: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    raise ValueError("values cannot be empty")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return sum(values) / len(values)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print(average([10.0, 20.0, 30.0]))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20.0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Security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12 •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Never hard-code API keys, passwords, or private tokens in source code.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Read secrets from environment variables or a secret manager.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Validate input and parameterize database queries.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Keep dependencies updated and limit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import os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api_key = os.getenv("SERVICE_API_KEY")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if not api_key: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    raise RuntimeError("SERVICE_API_KEY is not configured")</a:t>
            </a:r>
          </a:p>
          <a:p>
            <a:pPr>
              <a:spcAft>
                <a:spcPts val="100"/>
              </a:spcAft>
              <a:defRPr sz="1500">
                <a:solidFill>
                  <a:srgbClr val="E5EEF8"/>
                </a:solidFill>
                <a:latin typeface="Cascadia Code"/>
              </a:defRPr>
            </a:pPr>
            <a:r>
              <a:t># Use api_key with the service client; never print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Capstone: expense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13 •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709160" cy="45262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Goal: record expenses, calculate totals, and group spending by category.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Use a list of dictionaries for a first version.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Enhance it with CSV/JSON persistence, input validation, and unit tests.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Next steps: CLI menus, SQLite storage, charts, and a REST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389888"/>
            <a:ext cx="6080760" cy="4114800"/>
          </a:xfrm>
          <a:prstGeom prst="roundRect">
            <a:avLst/>
          </a:prstGeom>
          <a:solidFill>
            <a:srgbClr val="1B2230"/>
          </a:solidFill>
          <a:ln>
            <a:solidFill>
              <a:srgbClr val="1B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96712" y="1444752"/>
            <a:ext cx="5751576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1">
                <a:solidFill>
                  <a:srgbClr val="5ABE8C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6712" y="1728216"/>
            <a:ext cx="5751576" cy="3703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expenses = [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{"category": "food", "amount": 250},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{"category": "travel", "amount": 120},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{"category": "food", "amount": 80},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]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total = sum(item["amount"] for item in expenses)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by_category = {}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for item in expenses: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key = item["category"]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    by_category[key] = by_category.get(key, 0) + item["amount"]</a:t>
            </a:r>
          </a:p>
          <a:p>
            <a:pPr>
              <a:spcAft>
                <a:spcPts val="100"/>
              </a:spcAft>
              <a:defRPr sz="1400">
                <a:solidFill>
                  <a:srgbClr val="E5EEF8"/>
                </a:solidFill>
                <a:latin typeface="Cascadia Code"/>
              </a:defRPr>
            </a:pPr>
            <a:r>
              <a:t>print(total, by_category)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5596128"/>
            <a:ext cx="5897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009688"/>
                </a:solidFill>
                <a:latin typeface="Aptos"/>
              </a:defRPr>
            </a:pPr>
            <a:r>
              <a:t>Output: 450 {'food': 330, 'travel': 120}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Practice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13 •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Beginner: ask for a name and print a personalized greeting.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Beginner: determine whether an integer is even or odd.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Intermediate: count word frequencies in a paragraph using a dictionary.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Intermediate: read a CSV and report the average of a numeric column.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Advanced: call a REST API, handle errors, and save selected fields as JSON.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Challenge: add unit tests and logging to the expense tracker.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1. Syntax, types, operators, conditions, loops, and collections.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2. Functions, modules, exceptions, classes, and file handling.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3. Testing, logging, packaging, virtual environments, and APIs.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4. Choose a specialization: automation, backend, data analysis, or AI/ML.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5. Build 3–5 projects, use Git, write tests, and document your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900" b="1">
                <a:solidFill>
                  <a:srgbClr val="14203A"/>
                </a:solidFill>
                <a:latin typeface="Aptos"/>
              </a:defRPr>
            </a:pPr>
            <a:r>
              <a:t>Quick reference: common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697484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python --version — check the interpreter.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python app.py — run a script.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python -m venv .venv — create an isolated environment.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python -m pip install requests — install a dependency.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python -m unittest — run unit tests.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python -m pip freeze &gt; requirements.txt — record installed packages.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YOU'RE READY TO BUILD WITH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0">
                <a:solidFill>
                  <a:srgbClr val="BECDE1"/>
                </a:solidFill>
                <a:latin typeface="Aptos"/>
              </a:defRPr>
            </a:pPr>
            <a:r>
              <a:t>Learn by writing code, testing ideas, and building small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429000"/>
            <a:ext cx="91440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Next project ideas</a:t>
            </a:r>
            <a:br/>
            <a:r>
              <a:t>• CLI expense tracker</a:t>
            </a:r>
            <a:br/>
            <a:r>
              <a:t>• File automation script</a:t>
            </a:r>
            <a:br/>
            <a:r>
              <a:t>• REST API client</a:t>
            </a:r>
            <a:br/>
            <a:r>
              <a:t>• Data analysis dashboard</a:t>
            </a:r>
            <a:br/>
            <a:r>
              <a:t>• ML model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BECDE1"/>
                </a:solidFill>
                <a:latin typeface="Aptos"/>
              </a:defRPr>
            </a:pPr>
            <a:r>
              <a:t>END • COMPLETE PYTHON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601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800" b="1">
                <a:solidFill>
                  <a:srgbClr val="697484"/>
                </a:solidFill>
                <a:latin typeface="Aptos"/>
              </a:defRPr>
            </a:pPr>
            <a:r>
              <a:t>COMPLETE PYTHON TUTORIAL • CONCEPTS + RUNNABLE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01384"/>
            <a:ext cx="594360" cy="2194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1">
                <a:solidFill>
                  <a:srgbClr val="697484"/>
                </a:solidFill>
                <a:latin typeface="Aptos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