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Aptos"/>
              </a:defRPr>
            </a:pPr>
            <a:r>
              <a:t>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96C8FF"/>
                </a:solidFill>
                <a:latin typeface="Aptos"/>
              </a:defRPr>
            </a:pPr>
            <a:r>
              <a:t>A Practical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926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From first commit to collaboration, branching,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794760"/>
            <a:ext cx="1143000" cy="73152"/>
          </a:xfrm>
          <a:prstGeom prst="rect">
            <a:avLst/>
          </a:prstGeom>
          <a:solidFill>
            <a:srgbClr val="18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605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DD8E6"/>
                </a:solidFill>
                <a:latin typeface="Aptos"/>
              </a:defRPr>
            </a:pPr>
            <a:r>
              <a:t>Beginner-friendly • Command-line focused • Developer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8006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CDD8E6"/>
                </a:solidFill>
                <a:latin typeface="Aptos"/>
              </a:defRPr>
            </a:pPr>
            <a:r>
              <a:t>Includes command examples, safe workflows, and practice exercises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BEC8D7"/>
                </a:solidFill>
                <a:latin typeface="Aptos"/>
              </a:defRPr>
            </a:pPr>
            <a:r>
              <a:t>GIT TUTORIAL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Learning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Understand Git, repositories, commits, and the working tree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Install and configure Git; create a repository and track files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Inspect changes, stage work, commit, and use history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Branch, merge, resolve conflicts, and work with remotes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Undo mistakes safely, follow team practices, and complete a mini-lab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What is Git?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Git is a distributed version control system (DVCS).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It records project history as snapshots called commits.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Each developer can have a full local copy of the repository history.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Git helps compare changes, experiment safely, and collaborate.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--version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Git vs. GitHub / GitLab / Bitbucket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Git is the version-control tool that runs locally.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GitHub, GitLab, and Bitbucket host repositories and add collaboration features.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Remote hosting supports pull requests, reviews, issue tracking, and automation.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You can use Git without a hosting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Core Git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Working directory: files you are editing.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Staging area (index): changes selected for the next commit.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Repository: committed history stored in .git.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Commit: a named snapshot with an ID, author, message, and parent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Working tree  →  Staging area  → 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Install and verify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Install Git using the official installer for your operating system.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On Windows, Git Bash provides a familiar shell; PowerShell also works.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Verify installation before creating your first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--version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 git --help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978"/>
                </a:solidFill>
                <a:latin typeface="Aptos"/>
              </a:defRPr>
            </a:pPr>
            <a:r>
              <a:t>Official download: https://git-scm.com/downloads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Set your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Set a name and email used in commit metadata.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--global for defaults across repositories; omit it for a project-specific setting.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These values label commits; they are not your hosting-service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config --global user.name "Your Name"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config --global user.email "you@example.com"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config --list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Create your first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CREATE A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Create a project folder and initialize Git inside it.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The .git directory stores repository metadata and history.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git status often; it explains what Git sees.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mkdir hello-git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cd hello-git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init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Track a file and make a commit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THE FIRST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Create a file such as README.md.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Stage the file to choose what enters the next commit.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Commit with a concise message describing the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status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add README.md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commit -m "Add project README"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The everyday status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DAILY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Edit files in the working directory.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Inspect what changed before staging.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Stage only the changes you intend to commit.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Commit a coherent unit of work, then verify the repository is clean.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status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diff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add &lt;file&gt;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commit -m "Explain the change"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Inspect changes before committing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REVIEW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git diff shows unstaged changes.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git diff --staged shows changes already staged for the next commit.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git status summarizes staged, unstaged, and untracked files.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Review diffs for secrets, debug output, unrelated edits, and accidental deletions.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diff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diff --staged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Understand the commit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concise history for a quick overview.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Show patches when you need to inspect what a commit changed.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Commit IDs identify exact snapshots; branches and tags are human-friendly references.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log --oneline --graph --decorate --all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show &lt;commit-id&gt;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Ignore generated and local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REPOSITORY HYGIENE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A .gitignore file lists intentionally untracked files or patterns.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Typical examples: build output, logs, local environment files, and IDE caches.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.gitignore does not remove files that are already tracked.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Never commit passwords, tokens, private keys, or production secrets.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echo "build/" &gt;&gt; .gitignore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echo ".env" &gt;&gt; .gitignore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Branches: work without disrupting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BRANCHING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A branch is a movable name pointing to a commit.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a short-lived branch for a feature, bug fix, or experiment.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Keep branches focused and sync with the team’s agreed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switch -c feature/login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branch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switch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Merge a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BRANCHING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Switch to the target branch before merging.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Merge brings the source branch’s changes into the current branch.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A fast-forward merge moves the branch pointer; other merges may create a merge commit.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Run tests and inspect the result after merging.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switch main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merge feature/login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Resolve merge conflicts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CONFLICT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A conflict occurs when Git cannot combine overlapping edits automatically.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Open each conflicted file and review the conflict markers.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Choose the correct combined result; remove markers and test the file.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Stage the resolved file and finish the merge.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status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add &lt;resolved-file&gt;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Remote repositories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A remote is a named reference to another repository, often hosted online.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origin is the common default name for the primary remote.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Clone copies a remote repository; fetch downloads new history without integrating it.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Pull fetches and integrates changes; push sends local commits to a remote.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remote -v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clone &lt;repository-url&gt;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fetch origin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Push and pull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Pull before pushing when the remote may have new commits.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Resolve integration conflicts and run tests before pushing.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Push your branch and open a pull/merge request for review when your team uses that workflow.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Avoid force-pushing shared branches unless your team explicitly agrees.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pull --rebase origin main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push -u origin feature/login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978"/>
                </a:solidFill>
                <a:latin typeface="Aptos"/>
              </a:defRPr>
            </a:pPr>
            <a:r>
              <a:t>Use the integration method required by your team; merge-based pull is also common.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A typical team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COLLABORATION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1. Update main and create a focused feature branch.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2. Make small commits and test locally.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3. Push the branch and open a pull request.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4. Address review feedback, then merge using team policy.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5. Delete the merged branch when it is no longer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8912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switch main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pull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switch -c feature/search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Undo: choose the right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git restore to discard unstaged file edits when you are sure.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git restore --staged to unstage without deleting working changes.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git revert to create a new commit that reverses an earlier commit.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reset carefully: it moves the current branch pointer and can discard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restore &lt;file&gt;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restore --staged &lt;file&gt;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revert &lt;commit-id&gt;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Reset: understand the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--soft: move HEAD; keep changes staged.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--mixed (default): move HEAD; keep changes unstaged.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--hard: reset index and working tree; can permanently discard uncommitted work.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Before destructive commands, check git status and consider making a backup branch.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reset --soft HEAD~1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reset --mixed HEAD~1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# Use --hard only when you understand the consequences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Stash temporary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Stash can set aside tracked changes while you switch tasks.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list to see saved stashes and apply/pop to restore them.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Stash is temporary storage, not a replacement for meaningful commits.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stash push -m "WIP: search form"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stash list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stash pop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Tags and releases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RELEASE BASICS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Tags mark important points such as release versions.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Annotated tags include metadata and a message; they are useful for releases.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Push tags explicitly if your workflow requires publishing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tag -a v1.0.0 -m "Release 1.0.0"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push origin v1.0.0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Cherry-pick and rebase: use thoughtfully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INTERMEDIATE TOPICS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Cherry-pick applies a selected commit onto the current branch.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Rebase replays commits on a new base, creating new commit IDs.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Rebase can make a linear history, but avoid rewriting commits others depend on.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your team's policy for shared branches and release branches.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cherry-pick &lt;commit-id&gt;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rebase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Useful search and inspection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COMMAND TOOLBOX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Find which commit changed a line or file.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Search tracked files for text patterns.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Compare branches to understand differences before merging.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blame &lt;file&gt;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grep "TODO"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diff main...feature/login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Authentication: HTTPS or 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COLLABORATION AND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Hosting providers may support HTTPS tokens or SSH keys.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Follow the provider’s current instructions to configure credentials.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Do not put access tokens or private keys into source code or Git history.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Use least privilege and rotate credentials if they are exposed.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Commit message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TEAM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Start with a clear verb: Add, Fix, Update, Remove, Refactor.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Explain why the change exists when the purpose is not obvious.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Keep each commit focused and avoid mixing unrelated changes.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Do not use vague messages such as 'stuff' or 'changes'.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commit -m "Fix timeout handling for profile API"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Common mistakes and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Committed the wrong file? Inspect history and choose a safe correction; do not panic.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Pushed a secret? Revoke/rotate it immediately; deleting it from the latest commit is not enough.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Push rejected? Fetch/pull the remote changes, integrate them, test, then push.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Wrong branch? Check git status and branch name before committing or pushing.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Practice lab 1: local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Create a folder named git-practice and initialize Git.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Add README.md and write a short project description.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Stage and commit the file.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Edit the README, inspect the diff, and create a second commit.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Use git log to review both commits.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8912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init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add README.md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commit -m "Add README"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Practice lab 2: branch and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Create a feature branch named feature/about.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Add an About section and commit it.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Switch to main and make a separate edit.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Merge the feature branch and inspect the resulting history.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Repeat with overlapping edits to practice resolving a conflict.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8912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switch -c feature/about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add README.md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commit -m "Add about section"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switch main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merge feature/about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Practice lab 3: remote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Create an empty remote repository on your hosting service.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Add it as origin, then push your local branch.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Clone the repository into another folder and make a commit there.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Fetch/pull those changes in the original clone and inspect the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10698480" cy="1417320"/>
          </a:xfrm>
          <a:prstGeom prst="roundRect">
            <a:avLst/>
          </a:prstGeom>
          <a:solidFill>
            <a:srgbClr val="18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wrap="square"/>
          <a:lstStyle/>
          <a:p>
            <a:pPr algn="ctr"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remote add origin &lt;repository-url&gt;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push -u origin main</a:t>
            </a:r>
          </a:p>
          <a:p>
            <a:pPr>
              <a:spcAft>
                <a:spcPts val="300"/>
              </a:spcAft>
              <a:defRPr sz="1500">
                <a:solidFill>
                  <a:srgbClr val="DCEBFA"/>
                </a:solidFill>
                <a:latin typeface="Consolas"/>
              </a:defRPr>
            </a:pPr>
            <a:r>
              <a:t>git fetch origin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Quick reference: everyday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Start / inspect: git init, git clone, git status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Review / record: git diff, git add, git commit, git log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Branch: git switch -c &lt;name&gt;, git switch &lt;name&gt;, git merge &lt;name&gt;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Remote: git remote -v, git fetch, git pull, git push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Recover: git restore, git restore --staged, git revert, git stash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Before you push: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Am I on the correct branch?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Did I review git status and the staged diff?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Are secrets, local config, and generated files excluded?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Did I run relevant tests and checks?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Is the commit message clear, and is the remote target correct?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Git records project history; remote hosting enables collaboration.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The core cycle is inspect → stage → commit.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Branches isolate work; merges integrate it; conflicts require human judgment.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Use restore, revert, reset, and stash for different recovery needs.</a:t>
            </a:r>
          </a:p>
          <a:p>
            <a:pPr>
              <a:spcAft>
                <a:spcPts val="13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•  Check status, review diffs, protect secrets, and communicate with your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338"/>
                </a:solidFill>
                <a:latin typeface="Aptos"/>
              </a:defRPr>
            </a:pPr>
            <a:r>
              <a:t>Official learning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189B91"/>
                </a:solidFill>
                <a:latin typeface="Aptos"/>
              </a:defRPr>
            </a:pPr>
            <a:r>
              <a:t>FURTHER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914400" cy="54864"/>
          </a:xfrm>
          <a:prstGeom prst="rect">
            <a:avLst/>
          </a:prstGeom>
          <a:solidFill>
            <a:srgbClr val="31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Git documentation: https://git-scm.com/doc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Pro Git book (free online): https://git-scm.com/book/en/v2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Git reference: https://git-scm.com/docs</a:t>
            </a:r>
          </a:p>
          <a:p>
            <a:pPr>
              <a:spcAft>
                <a:spcPts val="1300"/>
              </a:spcAft>
              <a:defRPr sz="1900">
                <a:solidFill>
                  <a:srgbClr val="28303C"/>
                </a:solidFill>
                <a:latin typeface="Aptos"/>
              </a:defRPr>
            </a:pPr>
            <a:r>
              <a:t>•  Practice with a throwaway repository before using destructive recovery commands.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10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8"/>
                </a:solidFill>
                <a:latin typeface="Aptos"/>
              </a:defRPr>
            </a:pPr>
            <a:r>
              <a:t>GIT TUTORIAL  • 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